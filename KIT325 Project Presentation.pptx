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handoutMasterIdLst>
    <p:handoutMasterId r:id="rId1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71" r:id="rId9"/>
    <p:sldId id="272" r:id="rId10"/>
    <p:sldId id="269" r:id="rId11"/>
    <p:sldId id="265" r:id="rId12"/>
    <p:sldId id="266" r:id="rId13"/>
    <p:sldId id="27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C29950-A1BD-4BEE-BBF1-1B93793A36B9}" v="50" dt="2025-11-07T00:24:31.709"/>
    <p1510:client id="{02B011DB-36CE-8C64-7C86-323D49B29125}" v="4" dt="2025-11-07T10:00:14.469"/>
    <p1510:client id="{1B7A96F6-9E99-41B6-F45E-C78040C8729E}" v="44" dt="2025-11-07T08:17:35.592"/>
    <p1510:client id="{C7069B2B-40FD-D18C-348B-FFC0D1DF86F3}" v="455" dt="2025-11-07T08:10:34.9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ley McMahon" userId="ccc465f80da471bc" providerId="LiveId" clId="{077B6423-9E08-4E12-88B9-E6F9E8FBA5B7}"/>
    <pc:docChg chg="undo custSel addSld delSld modSld sldOrd">
      <pc:chgData name="Riley McMahon" userId="ccc465f80da471bc" providerId="LiveId" clId="{077B6423-9E08-4E12-88B9-E6F9E8FBA5B7}" dt="2025-11-07T00:51:48.593" v="4015" actId="20577"/>
      <pc:docMkLst>
        <pc:docMk/>
      </pc:docMkLst>
      <pc:sldChg chg="modSp mod">
        <pc:chgData name="Riley McMahon" userId="ccc465f80da471bc" providerId="LiveId" clId="{077B6423-9E08-4E12-88B9-E6F9E8FBA5B7}" dt="2025-11-05T06:40:59.283" v="3824" actId="20577"/>
        <pc:sldMkLst>
          <pc:docMk/>
          <pc:sldMk cId="1435844017" sldId="256"/>
        </pc:sldMkLst>
        <pc:spChg chg="mod">
          <ac:chgData name="Riley McMahon" userId="ccc465f80da471bc" providerId="LiveId" clId="{077B6423-9E08-4E12-88B9-E6F9E8FBA5B7}" dt="2025-11-05T04:37:12.275" v="1321"/>
          <ac:spMkLst>
            <pc:docMk/>
            <pc:sldMk cId="1435844017" sldId="256"/>
            <ac:spMk id="2" creationId="{336EBBCC-9FA2-8233-DF7A-241925C709AB}"/>
          </ac:spMkLst>
        </pc:spChg>
        <pc:spChg chg="mod">
          <ac:chgData name="Riley McMahon" userId="ccc465f80da471bc" providerId="LiveId" clId="{077B6423-9E08-4E12-88B9-E6F9E8FBA5B7}" dt="2025-11-05T06:40:59.283" v="3824" actId="20577"/>
          <ac:spMkLst>
            <pc:docMk/>
            <pc:sldMk cId="1435844017" sldId="256"/>
            <ac:spMk id="3" creationId="{667FA3B0-C22B-DCE8-4874-6AFF31EFF7B1}"/>
          </ac:spMkLst>
        </pc:spChg>
      </pc:sldChg>
      <pc:sldChg chg="modSp mod">
        <pc:chgData name="Riley McMahon" userId="ccc465f80da471bc" providerId="LiveId" clId="{077B6423-9E08-4E12-88B9-E6F9E8FBA5B7}" dt="2025-11-05T06:31:13.825" v="3176" actId="2710"/>
        <pc:sldMkLst>
          <pc:docMk/>
          <pc:sldMk cId="1252616280" sldId="257"/>
        </pc:sldMkLst>
        <pc:spChg chg="mod">
          <ac:chgData name="Riley McMahon" userId="ccc465f80da471bc" providerId="LiveId" clId="{077B6423-9E08-4E12-88B9-E6F9E8FBA5B7}" dt="2025-11-05T04:39:22.375" v="1327" actId="20577"/>
          <ac:spMkLst>
            <pc:docMk/>
            <pc:sldMk cId="1252616280" sldId="257"/>
            <ac:spMk id="2" creationId="{116322E6-3936-C714-891B-BF6CA41544C0}"/>
          </ac:spMkLst>
        </pc:spChg>
        <pc:spChg chg="mod">
          <ac:chgData name="Riley McMahon" userId="ccc465f80da471bc" providerId="LiveId" clId="{077B6423-9E08-4E12-88B9-E6F9E8FBA5B7}" dt="2025-11-05T06:31:13.825" v="3176" actId="2710"/>
          <ac:spMkLst>
            <pc:docMk/>
            <pc:sldMk cId="1252616280" sldId="257"/>
            <ac:spMk id="3" creationId="{EDCBAF73-6750-EB4F-5A05-1F2509856680}"/>
          </ac:spMkLst>
        </pc:spChg>
      </pc:sldChg>
      <pc:sldChg chg="addSp delSp modSp mod modClrScheme chgLayout">
        <pc:chgData name="Riley McMahon" userId="ccc465f80da471bc" providerId="LiveId" clId="{077B6423-9E08-4E12-88B9-E6F9E8FBA5B7}" dt="2025-11-05T04:49:38.311" v="2224" actId="403"/>
        <pc:sldMkLst>
          <pc:docMk/>
          <pc:sldMk cId="1028554367" sldId="258"/>
        </pc:sldMkLst>
        <pc:spChg chg="mod ord">
          <ac:chgData name="Riley McMahon" userId="ccc465f80da471bc" providerId="LiveId" clId="{077B6423-9E08-4E12-88B9-E6F9E8FBA5B7}" dt="2025-11-05T04:40:10.541" v="1328" actId="700"/>
          <ac:spMkLst>
            <pc:docMk/>
            <pc:sldMk cId="1028554367" sldId="258"/>
            <ac:spMk id="2" creationId="{41C5F714-3E6D-C98E-A596-7471AD604098}"/>
          </ac:spMkLst>
        </pc:spChg>
        <pc:spChg chg="add mod ord">
          <ac:chgData name="Riley McMahon" userId="ccc465f80da471bc" providerId="LiveId" clId="{077B6423-9E08-4E12-88B9-E6F9E8FBA5B7}" dt="2025-11-05T04:49:31.803" v="2222" actId="403"/>
          <ac:spMkLst>
            <pc:docMk/>
            <pc:sldMk cId="1028554367" sldId="258"/>
            <ac:spMk id="4" creationId="{2BAD261F-7897-20D4-510D-24326C50E1CD}"/>
          </ac:spMkLst>
        </pc:spChg>
        <pc:spChg chg="add mod ord">
          <ac:chgData name="Riley McMahon" userId="ccc465f80da471bc" providerId="LiveId" clId="{077B6423-9E08-4E12-88B9-E6F9E8FBA5B7}" dt="2025-11-05T04:49:38.311" v="2224" actId="403"/>
          <ac:spMkLst>
            <pc:docMk/>
            <pc:sldMk cId="1028554367" sldId="258"/>
            <ac:spMk id="5" creationId="{9BB1B9E8-AC92-EFE5-7796-B64852663ED9}"/>
          </ac:spMkLst>
        </pc:spChg>
      </pc:sldChg>
      <pc:sldChg chg="addSp delSp modSp mod modClrScheme chgLayout">
        <pc:chgData name="Riley McMahon" userId="ccc465f80da471bc" providerId="LiveId" clId="{077B6423-9E08-4E12-88B9-E6F9E8FBA5B7}" dt="2025-11-05T04:37:12.275" v="1321"/>
        <pc:sldMkLst>
          <pc:docMk/>
          <pc:sldMk cId="1923954925" sldId="259"/>
        </pc:sldMkLst>
        <pc:spChg chg="mod ord">
          <ac:chgData name="Riley McMahon" userId="ccc465f80da471bc" providerId="LiveId" clId="{077B6423-9E08-4E12-88B9-E6F9E8FBA5B7}" dt="2025-11-05T04:37:12.275" v="1321"/>
          <ac:spMkLst>
            <pc:docMk/>
            <pc:sldMk cId="1923954925" sldId="259"/>
            <ac:spMk id="2" creationId="{0A02BA97-73CF-499F-9927-E02654F7F8A7}"/>
          </ac:spMkLst>
        </pc:spChg>
        <pc:picChg chg="add mod">
          <ac:chgData name="Riley McMahon" userId="ccc465f80da471bc" providerId="LiveId" clId="{077B6423-9E08-4E12-88B9-E6F9E8FBA5B7}" dt="2025-11-05T04:37:12.275" v="1321"/>
          <ac:picMkLst>
            <pc:docMk/>
            <pc:sldMk cId="1923954925" sldId="259"/>
            <ac:picMk id="6" creationId="{394EEC04-EE81-A572-75A3-5F738CE2F055}"/>
          </ac:picMkLst>
        </pc:picChg>
        <pc:picChg chg="add mod">
          <ac:chgData name="Riley McMahon" userId="ccc465f80da471bc" providerId="LiveId" clId="{077B6423-9E08-4E12-88B9-E6F9E8FBA5B7}" dt="2025-11-05T04:37:12.275" v="1321"/>
          <ac:picMkLst>
            <pc:docMk/>
            <pc:sldMk cId="1923954925" sldId="259"/>
            <ac:picMk id="7" creationId="{03FF1035-F42C-0C2C-CF2D-56560FE8649B}"/>
          </ac:picMkLst>
        </pc:picChg>
      </pc:sldChg>
      <pc:sldChg chg="addSp delSp modSp mod">
        <pc:chgData name="Riley McMahon" userId="ccc465f80da471bc" providerId="LiveId" clId="{077B6423-9E08-4E12-88B9-E6F9E8FBA5B7}" dt="2025-11-07T00:51:48.593" v="4015" actId="20577"/>
        <pc:sldMkLst>
          <pc:docMk/>
          <pc:sldMk cId="1153655702" sldId="260"/>
        </pc:sldMkLst>
        <pc:spChg chg="mod">
          <ac:chgData name="Riley McMahon" userId="ccc465f80da471bc" providerId="LiveId" clId="{077B6423-9E08-4E12-88B9-E6F9E8FBA5B7}" dt="2025-11-05T06:10:43.909" v="2237" actId="20577"/>
          <ac:spMkLst>
            <pc:docMk/>
            <pc:sldMk cId="1153655702" sldId="260"/>
            <ac:spMk id="2" creationId="{E711775D-D6C6-B5E4-97D1-BA7E6D4DD6FB}"/>
          </ac:spMkLst>
        </pc:spChg>
        <pc:graphicFrameChg chg="add mod ord modGraphic">
          <ac:chgData name="Riley McMahon" userId="ccc465f80da471bc" providerId="LiveId" clId="{077B6423-9E08-4E12-88B9-E6F9E8FBA5B7}" dt="2025-11-07T00:51:48.593" v="4015" actId="20577"/>
          <ac:graphicFrameMkLst>
            <pc:docMk/>
            <pc:sldMk cId="1153655702" sldId="260"/>
            <ac:graphicFrameMk id="4" creationId="{C73F26B3-669A-36E7-C164-B2669D2E7C70}"/>
          </ac:graphicFrameMkLst>
        </pc:graphicFrameChg>
      </pc:sldChg>
      <pc:sldChg chg="modSp mod">
        <pc:chgData name="Riley McMahon" userId="ccc465f80da471bc" providerId="LiveId" clId="{077B6423-9E08-4E12-88B9-E6F9E8FBA5B7}" dt="2025-11-07T00:26:04.213" v="4013" actId="20577"/>
        <pc:sldMkLst>
          <pc:docMk/>
          <pc:sldMk cId="3041978293" sldId="261"/>
        </pc:sldMkLst>
        <pc:spChg chg="mod">
          <ac:chgData name="Riley McMahon" userId="ccc465f80da471bc" providerId="LiveId" clId="{077B6423-9E08-4E12-88B9-E6F9E8FBA5B7}" dt="2025-11-05T06:14:03.664" v="2426" actId="20577"/>
          <ac:spMkLst>
            <pc:docMk/>
            <pc:sldMk cId="3041978293" sldId="261"/>
            <ac:spMk id="2" creationId="{B2083AC0-6405-4CCE-0EA9-DE070123C2DA}"/>
          </ac:spMkLst>
        </pc:spChg>
        <pc:spChg chg="mod">
          <ac:chgData name="Riley McMahon" userId="ccc465f80da471bc" providerId="LiveId" clId="{077B6423-9E08-4E12-88B9-E6F9E8FBA5B7}" dt="2025-11-07T00:26:04.213" v="4013" actId="20577"/>
          <ac:spMkLst>
            <pc:docMk/>
            <pc:sldMk cId="3041978293" sldId="261"/>
            <ac:spMk id="3" creationId="{E2A4C950-4EFF-75DB-EBA2-CA10FD105944}"/>
          </ac:spMkLst>
        </pc:spChg>
      </pc:sldChg>
      <pc:sldChg chg="modSp mod ord">
        <pc:chgData name="Riley McMahon" userId="ccc465f80da471bc" providerId="LiveId" clId="{077B6423-9E08-4E12-88B9-E6F9E8FBA5B7}" dt="2025-11-05T06:36:16.181" v="3505" actId="2710"/>
        <pc:sldMkLst>
          <pc:docMk/>
          <pc:sldMk cId="1262181901" sldId="265"/>
        </pc:sldMkLst>
        <pc:spChg chg="mod">
          <ac:chgData name="Riley McMahon" userId="ccc465f80da471bc" providerId="LiveId" clId="{077B6423-9E08-4E12-88B9-E6F9E8FBA5B7}" dt="2025-11-05T04:37:12.275" v="1321"/>
          <ac:spMkLst>
            <pc:docMk/>
            <pc:sldMk cId="1262181901" sldId="265"/>
            <ac:spMk id="2" creationId="{041214B7-0574-5515-183D-73E76F3B4FCD}"/>
          </ac:spMkLst>
        </pc:spChg>
        <pc:spChg chg="mod">
          <ac:chgData name="Riley McMahon" userId="ccc465f80da471bc" providerId="LiveId" clId="{077B6423-9E08-4E12-88B9-E6F9E8FBA5B7}" dt="2025-11-05T06:36:16.181" v="3505" actId="2710"/>
          <ac:spMkLst>
            <pc:docMk/>
            <pc:sldMk cId="1262181901" sldId="265"/>
            <ac:spMk id="3" creationId="{9FEF5868-9EA0-03BD-1079-5B85973F5BD7}"/>
          </ac:spMkLst>
        </pc:spChg>
      </pc:sldChg>
      <pc:sldChg chg="addSp delSp modSp mod ord modClrScheme chgLayout">
        <pc:chgData name="Riley McMahon" userId="ccc465f80da471bc" providerId="LiveId" clId="{077B6423-9E08-4E12-88B9-E6F9E8FBA5B7}" dt="2025-11-05T06:33:49.294" v="3215" actId="20577"/>
        <pc:sldMkLst>
          <pc:docMk/>
          <pc:sldMk cId="2056925058" sldId="266"/>
        </pc:sldMkLst>
        <pc:spChg chg="mod ord">
          <ac:chgData name="Riley McMahon" userId="ccc465f80da471bc" providerId="LiveId" clId="{077B6423-9E08-4E12-88B9-E6F9E8FBA5B7}" dt="2025-11-05T06:33:49.294" v="3215" actId="20577"/>
          <ac:spMkLst>
            <pc:docMk/>
            <pc:sldMk cId="2056925058" sldId="266"/>
            <ac:spMk id="2" creationId="{EF5C6C3B-A685-9644-13FF-F2246BB1AEF4}"/>
          </ac:spMkLst>
        </pc:spChg>
        <pc:spChg chg="add mod ord">
          <ac:chgData name="Riley McMahon" userId="ccc465f80da471bc" providerId="LiveId" clId="{077B6423-9E08-4E12-88B9-E6F9E8FBA5B7}" dt="2025-11-05T04:37:12.275" v="1321"/>
          <ac:spMkLst>
            <pc:docMk/>
            <pc:sldMk cId="2056925058" sldId="266"/>
            <ac:spMk id="4" creationId="{A11397FD-C8B8-0638-662A-D2321A6C54E9}"/>
          </ac:spMkLst>
        </pc:spChg>
      </pc:sldChg>
      <pc:sldChg chg="addSp delSp modSp new mod modClrScheme chgLayout">
        <pc:chgData name="Riley McMahon" userId="ccc465f80da471bc" providerId="LiveId" clId="{077B6423-9E08-4E12-88B9-E6F9E8FBA5B7}" dt="2025-11-07T00:22:59.553" v="3989"/>
        <pc:sldMkLst>
          <pc:docMk/>
          <pc:sldMk cId="3733463954" sldId="267"/>
        </pc:sldMkLst>
        <pc:spChg chg="mod ord">
          <ac:chgData name="Riley McMahon" userId="ccc465f80da471bc" providerId="LiveId" clId="{077B6423-9E08-4E12-88B9-E6F9E8FBA5B7}" dt="2025-11-06T05:28:00.988" v="3868" actId="20577"/>
          <ac:spMkLst>
            <pc:docMk/>
            <pc:sldMk cId="3733463954" sldId="267"/>
            <ac:spMk id="2" creationId="{680D5C82-2306-4FEC-BAD2-8F1B961256F3}"/>
          </ac:spMkLst>
        </pc:spChg>
        <pc:spChg chg="mod ord">
          <ac:chgData name="Riley McMahon" userId="ccc465f80da471bc" providerId="LiveId" clId="{077B6423-9E08-4E12-88B9-E6F9E8FBA5B7}" dt="2025-11-07T00:22:59.553" v="3989"/>
          <ac:spMkLst>
            <pc:docMk/>
            <pc:sldMk cId="3733463954" sldId="267"/>
            <ac:spMk id="3" creationId="{523C0AF8-9A87-90C8-C7FA-D9EA59408832}"/>
          </ac:spMkLst>
        </pc:spChg>
        <pc:spChg chg="add del mod ord">
          <ac:chgData name="Riley McMahon" userId="ccc465f80da471bc" providerId="LiveId" clId="{077B6423-9E08-4E12-88B9-E6F9E8FBA5B7}" dt="2025-11-06T05:29:04.147" v="3920" actId="931"/>
          <ac:spMkLst>
            <pc:docMk/>
            <pc:sldMk cId="3733463954" sldId="267"/>
            <ac:spMk id="4" creationId="{E0BDCF04-1A88-C67A-0BF2-C45A4B463554}"/>
          </ac:spMkLst>
        </pc:spChg>
        <pc:picChg chg="add mod">
          <ac:chgData name="Riley McMahon" userId="ccc465f80da471bc" providerId="LiveId" clId="{077B6423-9E08-4E12-88B9-E6F9E8FBA5B7}" dt="2025-11-06T05:29:05.406" v="3922" actId="962"/>
          <ac:picMkLst>
            <pc:docMk/>
            <pc:sldMk cId="3733463954" sldId="267"/>
            <ac:picMk id="6" creationId="{7F127057-11AF-EDC5-1E49-BCE7071BAD4E}"/>
          </ac:picMkLst>
        </pc:picChg>
      </pc:sldChg>
      <pc:sldChg chg="addSp delSp modSp new del mod">
        <pc:chgData name="Riley McMahon" userId="ccc465f80da471bc" providerId="LiveId" clId="{077B6423-9E08-4E12-88B9-E6F9E8FBA5B7}" dt="2025-11-07T00:24:40.704" v="4012" actId="47"/>
        <pc:sldMkLst>
          <pc:docMk/>
          <pc:sldMk cId="1417968374" sldId="268"/>
        </pc:sldMkLst>
        <pc:graphicFrameChg chg="add mod ord modGraphic">
          <ac:chgData name="Riley McMahon" userId="ccc465f80da471bc" providerId="LiveId" clId="{077B6423-9E08-4E12-88B9-E6F9E8FBA5B7}" dt="2025-11-07T00:20:50.326" v="3957" actId="20577"/>
          <ac:graphicFrameMkLst>
            <pc:docMk/>
            <pc:sldMk cId="1417968374" sldId="268"/>
            <ac:graphicFrameMk id="5" creationId="{EDDEC6FD-AA5A-6EBB-038E-478167F1E8C7}"/>
          </ac:graphicFrameMkLst>
        </pc:graphicFrameChg>
      </pc:sldChg>
      <pc:sldChg chg="modSp new mod">
        <pc:chgData name="Riley McMahon" userId="ccc465f80da471bc" providerId="LiveId" clId="{077B6423-9E08-4E12-88B9-E6F9E8FBA5B7}" dt="2025-11-05T06:40:22.746" v="3805" actId="2710"/>
        <pc:sldMkLst>
          <pc:docMk/>
          <pc:sldMk cId="2653913061" sldId="269"/>
        </pc:sldMkLst>
        <pc:spChg chg="mod">
          <ac:chgData name="Riley McMahon" userId="ccc465f80da471bc" providerId="LiveId" clId="{077B6423-9E08-4E12-88B9-E6F9E8FBA5B7}" dt="2025-11-05T06:31:40.432" v="3181" actId="20577"/>
          <ac:spMkLst>
            <pc:docMk/>
            <pc:sldMk cId="2653913061" sldId="269"/>
            <ac:spMk id="2" creationId="{101A5C90-8E4E-230F-813F-303FB1914607}"/>
          </ac:spMkLst>
        </pc:spChg>
        <pc:spChg chg="mod">
          <ac:chgData name="Riley McMahon" userId="ccc465f80da471bc" providerId="LiveId" clId="{077B6423-9E08-4E12-88B9-E6F9E8FBA5B7}" dt="2025-11-05T06:40:22.746" v="3805" actId="2710"/>
          <ac:spMkLst>
            <pc:docMk/>
            <pc:sldMk cId="2653913061" sldId="269"/>
            <ac:spMk id="3" creationId="{9F80BE64-0E99-7219-C04E-47349698EED5}"/>
          </ac:spMkLst>
        </pc:spChg>
      </pc:sldChg>
      <pc:sldChg chg="modSp new mod">
        <pc:chgData name="Riley McMahon" userId="ccc465f80da471bc" providerId="LiveId" clId="{077B6423-9E08-4E12-88B9-E6F9E8FBA5B7}" dt="2025-11-05T06:36:01.074" v="3504" actId="20577"/>
        <pc:sldMkLst>
          <pc:docMk/>
          <pc:sldMk cId="3591057154" sldId="270"/>
        </pc:sldMkLst>
        <pc:spChg chg="mod">
          <ac:chgData name="Riley McMahon" userId="ccc465f80da471bc" providerId="LiveId" clId="{077B6423-9E08-4E12-88B9-E6F9E8FBA5B7}" dt="2025-11-05T06:36:01.074" v="3504" actId="20577"/>
          <ac:spMkLst>
            <pc:docMk/>
            <pc:sldMk cId="3591057154" sldId="270"/>
            <ac:spMk id="2" creationId="{4049B726-52BA-EDBD-FFE9-8A3F488E021E}"/>
          </ac:spMkLst>
        </pc:spChg>
        <pc:spChg chg="mod">
          <ac:chgData name="Riley McMahon" userId="ccc465f80da471bc" providerId="LiveId" clId="{077B6423-9E08-4E12-88B9-E6F9E8FBA5B7}" dt="2025-11-05T06:35:49.063" v="3497" actId="2710"/>
          <ac:spMkLst>
            <pc:docMk/>
            <pc:sldMk cId="3591057154" sldId="270"/>
            <ac:spMk id="3" creationId="{CC2ADD15-CA13-23C1-6027-095F022BD36F}"/>
          </ac:spMkLst>
        </pc:spChg>
      </pc:sldChg>
      <pc:sldChg chg="addSp delSp modSp new mod">
        <pc:chgData name="Riley McMahon" userId="ccc465f80da471bc" providerId="LiveId" clId="{077B6423-9E08-4E12-88B9-E6F9E8FBA5B7}" dt="2025-11-07T00:23:56.053" v="3998" actId="20577"/>
        <pc:sldMkLst>
          <pc:docMk/>
          <pc:sldMk cId="83049833" sldId="271"/>
        </pc:sldMkLst>
        <pc:spChg chg="mod">
          <ac:chgData name="Riley McMahon" userId="ccc465f80da471bc" providerId="LiveId" clId="{077B6423-9E08-4E12-88B9-E6F9E8FBA5B7}" dt="2025-11-06T05:28:34.276" v="3898" actId="20577"/>
          <ac:spMkLst>
            <pc:docMk/>
            <pc:sldMk cId="83049833" sldId="271"/>
            <ac:spMk id="2" creationId="{C2D5F97F-6C8D-E5B6-8073-AEE05934535B}"/>
          </ac:spMkLst>
        </pc:spChg>
        <pc:spChg chg="del">
          <ac:chgData name="Riley McMahon" userId="ccc465f80da471bc" providerId="LiveId" clId="{077B6423-9E08-4E12-88B9-E6F9E8FBA5B7}" dt="2025-11-06T05:29:14.637" v="3923" actId="931"/>
          <ac:spMkLst>
            <pc:docMk/>
            <pc:sldMk cId="83049833" sldId="271"/>
            <ac:spMk id="3" creationId="{4CCA4444-ED70-D827-E9C7-113F298B3AD2}"/>
          </ac:spMkLst>
        </pc:spChg>
        <pc:spChg chg="mod">
          <ac:chgData name="Riley McMahon" userId="ccc465f80da471bc" providerId="LiveId" clId="{077B6423-9E08-4E12-88B9-E6F9E8FBA5B7}" dt="2025-11-07T00:23:56.053" v="3998" actId="20577"/>
          <ac:spMkLst>
            <pc:docMk/>
            <pc:sldMk cId="83049833" sldId="271"/>
            <ac:spMk id="4" creationId="{504901A5-86F8-CFFD-EA8A-129FDE27AF4C}"/>
          </ac:spMkLst>
        </pc:spChg>
        <pc:picChg chg="add mod">
          <ac:chgData name="Riley McMahon" userId="ccc465f80da471bc" providerId="LiveId" clId="{077B6423-9E08-4E12-88B9-E6F9E8FBA5B7}" dt="2025-11-06T05:29:45.574" v="3930" actId="1076"/>
          <ac:picMkLst>
            <pc:docMk/>
            <pc:sldMk cId="83049833" sldId="271"/>
            <ac:picMk id="6" creationId="{19CE6448-338C-16AE-B7B3-DE2A92244F20}"/>
          </ac:picMkLst>
        </pc:picChg>
      </pc:sldChg>
      <pc:sldChg chg="addSp delSp modSp new mod">
        <pc:chgData name="Riley McMahon" userId="ccc465f80da471bc" providerId="LiveId" clId="{077B6423-9E08-4E12-88B9-E6F9E8FBA5B7}" dt="2025-11-07T00:24:31.709" v="4011"/>
        <pc:sldMkLst>
          <pc:docMk/>
          <pc:sldMk cId="717714655" sldId="272"/>
        </pc:sldMkLst>
        <pc:spChg chg="mod">
          <ac:chgData name="Riley McMahon" userId="ccc465f80da471bc" providerId="LiveId" clId="{077B6423-9E08-4E12-88B9-E6F9E8FBA5B7}" dt="2025-11-06T05:28:43.561" v="3919" actId="20577"/>
          <ac:spMkLst>
            <pc:docMk/>
            <pc:sldMk cId="717714655" sldId="272"/>
            <ac:spMk id="2" creationId="{B89059FC-26F1-297D-E2D0-4C93806A9C9D}"/>
          </ac:spMkLst>
        </pc:spChg>
        <pc:spChg chg="mod">
          <ac:chgData name="Riley McMahon" userId="ccc465f80da471bc" providerId="LiveId" clId="{077B6423-9E08-4E12-88B9-E6F9E8FBA5B7}" dt="2025-11-07T00:24:31.709" v="4011"/>
          <ac:spMkLst>
            <pc:docMk/>
            <pc:sldMk cId="717714655" sldId="272"/>
            <ac:spMk id="3" creationId="{2A8F46AB-85C7-0CF4-B3DD-66A93A4312A7}"/>
          </ac:spMkLst>
        </pc:spChg>
        <pc:spChg chg="del">
          <ac:chgData name="Riley McMahon" userId="ccc465f80da471bc" providerId="LiveId" clId="{077B6423-9E08-4E12-88B9-E6F9E8FBA5B7}" dt="2025-11-06T05:29:32.736" v="3926" actId="931"/>
          <ac:spMkLst>
            <pc:docMk/>
            <pc:sldMk cId="717714655" sldId="272"/>
            <ac:spMk id="4" creationId="{F6FE3E05-9150-AF49-31CA-1058FE86CCB6}"/>
          </ac:spMkLst>
        </pc:spChg>
        <pc:picChg chg="add mod">
          <ac:chgData name="Riley McMahon" userId="ccc465f80da471bc" providerId="LiveId" clId="{077B6423-9E08-4E12-88B9-E6F9E8FBA5B7}" dt="2025-11-06T05:29:33.335" v="3928" actId="962"/>
          <ac:picMkLst>
            <pc:docMk/>
            <pc:sldMk cId="717714655" sldId="272"/>
            <ac:picMk id="6" creationId="{E054C2F1-964A-BC20-A395-6BF2085B09B2}"/>
          </ac:picMkLst>
        </pc:picChg>
      </pc:sldChg>
    </pc:docChg>
  </pc:docChgLst>
  <pc:docChgLst>
    <pc:chgData name="Guest User" providerId="Windows Live" clId="Web-{02B011DB-36CE-8C64-7C86-323D49B29125}"/>
    <pc:docChg chg="modSld">
      <pc:chgData name="Guest User" userId="" providerId="Windows Live" clId="Web-{02B011DB-36CE-8C64-7C86-323D49B29125}" dt="2025-11-07T10:00:14.469" v="3" actId="14100"/>
      <pc:docMkLst>
        <pc:docMk/>
      </pc:docMkLst>
      <pc:sldChg chg="modSp">
        <pc:chgData name="Guest User" userId="" providerId="Windows Live" clId="Web-{02B011DB-36CE-8C64-7C86-323D49B29125}" dt="2025-11-07T10:00:14.469" v="3" actId="14100"/>
        <pc:sldMkLst>
          <pc:docMk/>
          <pc:sldMk cId="1923954925" sldId="259"/>
        </pc:sldMkLst>
        <pc:picChg chg="mod">
          <ac:chgData name="Guest User" userId="" providerId="Windows Live" clId="Web-{02B011DB-36CE-8C64-7C86-323D49B29125}" dt="2025-11-07T10:00:10.906" v="2" actId="14100"/>
          <ac:picMkLst>
            <pc:docMk/>
            <pc:sldMk cId="1923954925" sldId="259"/>
            <ac:picMk id="6" creationId="{394EEC04-EE81-A572-75A3-5F738CE2F055}"/>
          </ac:picMkLst>
        </pc:picChg>
        <pc:picChg chg="mod">
          <ac:chgData name="Guest User" userId="" providerId="Windows Live" clId="Web-{02B011DB-36CE-8C64-7C86-323D49B29125}" dt="2025-11-07T10:00:14.469" v="3" actId="14100"/>
          <ac:picMkLst>
            <pc:docMk/>
            <pc:sldMk cId="1923954925" sldId="259"/>
            <ac:picMk id="7" creationId="{03FF1035-F42C-0C2C-CF2D-56560FE8649B}"/>
          </ac:picMkLst>
        </pc:picChg>
      </pc:sldChg>
    </pc:docChg>
  </pc:docChgLst>
  <pc:docChgLst>
    <pc:chgData name="Guest User" providerId="Windows Live" clId="Web-{C7069B2B-40FD-D18C-348B-FFC0D1DF86F3}"/>
    <pc:docChg chg="modSld">
      <pc:chgData name="Guest User" userId="" providerId="Windows Live" clId="Web-{C7069B2B-40FD-D18C-348B-FFC0D1DF86F3}" dt="2025-11-07T08:10:34.917" v="456" actId="1076"/>
      <pc:docMkLst>
        <pc:docMk/>
      </pc:docMkLst>
      <pc:sldChg chg="modSp">
        <pc:chgData name="Guest User" userId="" providerId="Windows Live" clId="Web-{C7069B2B-40FD-D18C-348B-FFC0D1DF86F3}" dt="2025-11-07T08:09:31.714" v="452" actId="20577"/>
        <pc:sldMkLst>
          <pc:docMk/>
          <pc:sldMk cId="1252616280" sldId="257"/>
        </pc:sldMkLst>
        <pc:spChg chg="mod">
          <ac:chgData name="Guest User" userId="" providerId="Windows Live" clId="Web-{C7069B2B-40FD-D18C-348B-FFC0D1DF86F3}" dt="2025-11-07T08:09:31.714" v="452" actId="20577"/>
          <ac:spMkLst>
            <pc:docMk/>
            <pc:sldMk cId="1252616280" sldId="257"/>
            <ac:spMk id="2" creationId="{116322E6-3936-C714-891B-BF6CA41544C0}"/>
          </ac:spMkLst>
        </pc:spChg>
      </pc:sldChg>
      <pc:sldChg chg="modSp">
        <pc:chgData name="Guest User" userId="" providerId="Windows Live" clId="Web-{C7069B2B-40FD-D18C-348B-FFC0D1DF86F3}" dt="2025-11-07T08:09:28.917" v="451" actId="20577"/>
        <pc:sldMkLst>
          <pc:docMk/>
          <pc:sldMk cId="1028554367" sldId="258"/>
        </pc:sldMkLst>
        <pc:spChg chg="mod">
          <ac:chgData name="Guest User" userId="" providerId="Windows Live" clId="Web-{C7069B2B-40FD-D18C-348B-FFC0D1DF86F3}" dt="2025-11-07T08:09:28.917" v="451" actId="20577"/>
          <ac:spMkLst>
            <pc:docMk/>
            <pc:sldMk cId="1028554367" sldId="258"/>
            <ac:spMk id="2" creationId="{41C5F714-3E6D-C98E-A596-7471AD604098}"/>
          </ac:spMkLst>
        </pc:spChg>
      </pc:sldChg>
      <pc:sldChg chg="modSp">
        <pc:chgData name="Guest User" userId="" providerId="Windows Live" clId="Web-{C7069B2B-40FD-D18C-348B-FFC0D1DF86F3}" dt="2025-11-07T08:09:26.324" v="450" actId="20577"/>
        <pc:sldMkLst>
          <pc:docMk/>
          <pc:sldMk cId="1923954925" sldId="259"/>
        </pc:sldMkLst>
        <pc:spChg chg="mod">
          <ac:chgData name="Guest User" userId="" providerId="Windows Live" clId="Web-{C7069B2B-40FD-D18C-348B-FFC0D1DF86F3}" dt="2025-11-07T08:09:26.324" v="450" actId="20577"/>
          <ac:spMkLst>
            <pc:docMk/>
            <pc:sldMk cId="1923954925" sldId="259"/>
            <ac:spMk id="2" creationId="{0A02BA97-73CF-499F-9927-E02654F7F8A7}"/>
          </ac:spMkLst>
        </pc:spChg>
      </pc:sldChg>
      <pc:sldChg chg="modSp">
        <pc:chgData name="Guest User" userId="" providerId="Windows Live" clId="Web-{C7069B2B-40FD-D18C-348B-FFC0D1DF86F3}" dt="2025-11-07T08:09:22.761" v="449" actId="20577"/>
        <pc:sldMkLst>
          <pc:docMk/>
          <pc:sldMk cId="1153655702" sldId="260"/>
        </pc:sldMkLst>
        <pc:spChg chg="mod">
          <ac:chgData name="Guest User" userId="" providerId="Windows Live" clId="Web-{C7069B2B-40FD-D18C-348B-FFC0D1DF86F3}" dt="2025-11-07T08:09:22.761" v="449" actId="20577"/>
          <ac:spMkLst>
            <pc:docMk/>
            <pc:sldMk cId="1153655702" sldId="260"/>
            <ac:spMk id="2" creationId="{E711775D-D6C6-B5E4-97D1-BA7E6D4DD6FB}"/>
          </ac:spMkLst>
        </pc:spChg>
      </pc:sldChg>
      <pc:sldChg chg="modSp">
        <pc:chgData name="Guest User" userId="" providerId="Windows Live" clId="Web-{C7069B2B-40FD-D18C-348B-FFC0D1DF86F3}" dt="2025-11-07T08:09:18.793" v="448" actId="20577"/>
        <pc:sldMkLst>
          <pc:docMk/>
          <pc:sldMk cId="3041978293" sldId="261"/>
        </pc:sldMkLst>
        <pc:spChg chg="mod">
          <ac:chgData name="Guest User" userId="" providerId="Windows Live" clId="Web-{C7069B2B-40FD-D18C-348B-FFC0D1DF86F3}" dt="2025-11-07T08:09:18.793" v="448" actId="20577"/>
          <ac:spMkLst>
            <pc:docMk/>
            <pc:sldMk cId="3041978293" sldId="261"/>
            <ac:spMk id="2" creationId="{B2083AC0-6405-4CCE-0EA9-DE070123C2DA}"/>
          </ac:spMkLst>
        </pc:spChg>
      </pc:sldChg>
      <pc:sldChg chg="addSp modSp">
        <pc:chgData name="Guest User" userId="" providerId="Windows Live" clId="Web-{C7069B2B-40FD-D18C-348B-FFC0D1DF86F3}" dt="2025-11-07T08:10:34.917" v="456" actId="1076"/>
        <pc:sldMkLst>
          <pc:docMk/>
          <pc:sldMk cId="1262181901" sldId="265"/>
        </pc:sldMkLst>
        <pc:spChg chg="mod">
          <ac:chgData name="Guest User" userId="" providerId="Windows Live" clId="Web-{C7069B2B-40FD-D18C-348B-FFC0D1DF86F3}" dt="2025-11-07T08:09:00.933" v="438" actId="20577"/>
          <ac:spMkLst>
            <pc:docMk/>
            <pc:sldMk cId="1262181901" sldId="265"/>
            <ac:spMk id="2" creationId="{041214B7-0574-5515-183D-73E76F3B4FCD}"/>
          </ac:spMkLst>
        </pc:spChg>
        <pc:picChg chg="add mod">
          <ac:chgData name="Guest User" userId="" providerId="Windows Live" clId="Web-{C7069B2B-40FD-D18C-348B-FFC0D1DF86F3}" dt="2025-11-07T08:10:34.917" v="456" actId="1076"/>
          <ac:picMkLst>
            <pc:docMk/>
            <pc:sldMk cId="1262181901" sldId="265"/>
            <ac:picMk id="4" creationId="{FF2DDCB5-4302-DA4A-0270-EDCDDBD1614E}"/>
          </ac:picMkLst>
        </pc:picChg>
      </pc:sldChg>
      <pc:sldChg chg="delSp modSp">
        <pc:chgData name="Guest User" userId="" providerId="Windows Live" clId="Web-{C7069B2B-40FD-D18C-348B-FFC0D1DF86F3}" dt="2025-11-07T08:08:54.683" v="436" actId="20577"/>
        <pc:sldMkLst>
          <pc:docMk/>
          <pc:sldMk cId="2056925058" sldId="266"/>
        </pc:sldMkLst>
        <pc:spChg chg="mod">
          <ac:chgData name="Guest User" userId="" providerId="Windows Live" clId="Web-{C7069B2B-40FD-D18C-348B-FFC0D1DF86F3}" dt="2025-11-07T08:08:54.683" v="436" actId="20577"/>
          <ac:spMkLst>
            <pc:docMk/>
            <pc:sldMk cId="2056925058" sldId="266"/>
            <ac:spMk id="2" creationId="{EF5C6C3B-A685-9644-13FF-F2246BB1AEF4}"/>
          </ac:spMkLst>
        </pc:spChg>
        <pc:spChg chg="mod">
          <ac:chgData name="Guest User" userId="" providerId="Windows Live" clId="Web-{C7069B2B-40FD-D18C-348B-FFC0D1DF86F3}" dt="2025-11-07T08:08:52.449" v="435" actId="20577"/>
          <ac:spMkLst>
            <pc:docMk/>
            <pc:sldMk cId="2056925058" sldId="266"/>
            <ac:spMk id="4" creationId="{A11397FD-C8B8-0638-662A-D2321A6C54E9}"/>
          </ac:spMkLst>
        </pc:spChg>
        <pc:spChg chg="del">
          <ac:chgData name="Guest User" userId="" providerId="Windows Live" clId="Web-{C7069B2B-40FD-D18C-348B-FFC0D1DF86F3}" dt="2025-11-07T07:58:58.825" v="0"/>
          <ac:spMkLst>
            <pc:docMk/>
            <pc:sldMk cId="2056925058" sldId="266"/>
            <ac:spMk id="5" creationId="{13E969A5-AD47-5707-315D-0CEC5FA35DAD}"/>
          </ac:spMkLst>
        </pc:spChg>
      </pc:sldChg>
      <pc:sldChg chg="modSp">
        <pc:chgData name="Guest User" userId="" providerId="Windows Live" clId="Web-{C7069B2B-40FD-D18C-348B-FFC0D1DF86F3}" dt="2025-11-07T08:09:14.824" v="447" actId="20577"/>
        <pc:sldMkLst>
          <pc:docMk/>
          <pc:sldMk cId="3733463954" sldId="267"/>
        </pc:sldMkLst>
        <pc:spChg chg="mod">
          <ac:chgData name="Guest User" userId="" providerId="Windows Live" clId="Web-{C7069B2B-40FD-D18C-348B-FFC0D1DF86F3}" dt="2025-11-07T08:09:14.824" v="447" actId="20577"/>
          <ac:spMkLst>
            <pc:docMk/>
            <pc:sldMk cId="3733463954" sldId="267"/>
            <ac:spMk id="2" creationId="{680D5C82-2306-4FEC-BAD2-8F1B961256F3}"/>
          </ac:spMkLst>
        </pc:spChg>
      </pc:sldChg>
      <pc:sldChg chg="modSp">
        <pc:chgData name="Guest User" userId="" providerId="Windows Live" clId="Web-{C7069B2B-40FD-D18C-348B-FFC0D1DF86F3}" dt="2025-11-07T08:09:03.230" v="439" actId="20577"/>
        <pc:sldMkLst>
          <pc:docMk/>
          <pc:sldMk cId="2653913061" sldId="269"/>
        </pc:sldMkLst>
        <pc:spChg chg="mod">
          <ac:chgData name="Guest User" userId="" providerId="Windows Live" clId="Web-{C7069B2B-40FD-D18C-348B-FFC0D1DF86F3}" dt="2025-11-07T08:09:03.230" v="439" actId="20577"/>
          <ac:spMkLst>
            <pc:docMk/>
            <pc:sldMk cId="2653913061" sldId="269"/>
            <ac:spMk id="2" creationId="{101A5C90-8E4E-230F-813F-303FB1914607}"/>
          </ac:spMkLst>
        </pc:spChg>
      </pc:sldChg>
      <pc:sldChg chg="modSp">
        <pc:chgData name="Guest User" userId="" providerId="Windows Live" clId="Web-{C7069B2B-40FD-D18C-348B-FFC0D1DF86F3}" dt="2025-11-07T08:08:58.199" v="437" actId="20577"/>
        <pc:sldMkLst>
          <pc:docMk/>
          <pc:sldMk cId="3591057154" sldId="270"/>
        </pc:sldMkLst>
        <pc:spChg chg="mod">
          <ac:chgData name="Guest User" userId="" providerId="Windows Live" clId="Web-{C7069B2B-40FD-D18C-348B-FFC0D1DF86F3}" dt="2025-11-07T08:08:58.199" v="437" actId="20577"/>
          <ac:spMkLst>
            <pc:docMk/>
            <pc:sldMk cId="3591057154" sldId="270"/>
            <ac:spMk id="2" creationId="{4049B726-52BA-EDBD-FFE9-8A3F488E021E}"/>
          </ac:spMkLst>
        </pc:spChg>
      </pc:sldChg>
      <pc:sldChg chg="modSp">
        <pc:chgData name="Guest User" userId="" providerId="Windows Live" clId="Web-{C7069B2B-40FD-D18C-348B-FFC0D1DF86F3}" dt="2025-11-07T08:09:09.699" v="442" actId="20577"/>
        <pc:sldMkLst>
          <pc:docMk/>
          <pc:sldMk cId="83049833" sldId="271"/>
        </pc:sldMkLst>
        <pc:spChg chg="mod">
          <ac:chgData name="Guest User" userId="" providerId="Windows Live" clId="Web-{C7069B2B-40FD-D18C-348B-FFC0D1DF86F3}" dt="2025-11-07T08:09:09.699" v="442" actId="20577"/>
          <ac:spMkLst>
            <pc:docMk/>
            <pc:sldMk cId="83049833" sldId="271"/>
            <ac:spMk id="2" creationId="{C2D5F97F-6C8D-E5B6-8073-AEE05934535B}"/>
          </ac:spMkLst>
        </pc:spChg>
      </pc:sldChg>
      <pc:sldChg chg="modSp">
        <pc:chgData name="Guest User" userId="" providerId="Windows Live" clId="Web-{C7069B2B-40FD-D18C-348B-FFC0D1DF86F3}" dt="2025-11-07T08:09:05.683" v="440" actId="20577"/>
        <pc:sldMkLst>
          <pc:docMk/>
          <pc:sldMk cId="717714655" sldId="272"/>
        </pc:sldMkLst>
        <pc:spChg chg="mod">
          <ac:chgData name="Guest User" userId="" providerId="Windows Live" clId="Web-{C7069B2B-40FD-D18C-348B-FFC0D1DF86F3}" dt="2025-11-07T08:09:05.683" v="440" actId="20577"/>
          <ac:spMkLst>
            <pc:docMk/>
            <pc:sldMk cId="717714655" sldId="272"/>
            <ac:spMk id="2" creationId="{B89059FC-26F1-297D-E2D0-4C93806A9C9D}"/>
          </ac:spMkLst>
        </pc:spChg>
      </pc:sldChg>
    </pc:docChg>
  </pc:docChgLst>
  <pc:docChgLst>
    <pc:chgData name="Guest User" providerId="Windows Live" clId="Web-{1B7A96F6-9E99-41B6-F45E-C78040C8729E}"/>
    <pc:docChg chg="modSld">
      <pc:chgData name="Guest User" userId="" providerId="Windows Live" clId="Web-{1B7A96F6-9E99-41B6-F45E-C78040C8729E}" dt="2025-11-07T08:17:35.592" v="47" actId="20577"/>
      <pc:docMkLst>
        <pc:docMk/>
      </pc:docMkLst>
      <pc:sldChg chg="addSp delSp modSp mod setBg">
        <pc:chgData name="Guest User" userId="" providerId="Windows Live" clId="Web-{1B7A96F6-9E99-41B6-F45E-C78040C8729E}" dt="2025-11-07T08:17:35.592" v="47" actId="20577"/>
        <pc:sldMkLst>
          <pc:docMk/>
          <pc:sldMk cId="1262181901" sldId="265"/>
        </pc:sldMkLst>
        <pc:spChg chg="mod">
          <ac:chgData name="Guest User" userId="" providerId="Windows Live" clId="Web-{1B7A96F6-9E99-41B6-F45E-C78040C8729E}" dt="2025-11-07T08:13:41.795" v="10"/>
          <ac:spMkLst>
            <pc:docMk/>
            <pc:sldMk cId="1262181901" sldId="265"/>
            <ac:spMk id="2" creationId="{041214B7-0574-5515-183D-73E76F3B4FCD}"/>
          </ac:spMkLst>
        </pc:spChg>
        <pc:spChg chg="mod ord">
          <ac:chgData name="Guest User" userId="" providerId="Windows Live" clId="Web-{1B7A96F6-9E99-41B6-F45E-C78040C8729E}" dt="2025-11-07T08:17:35.592" v="47" actId="20577"/>
          <ac:spMkLst>
            <pc:docMk/>
            <pc:sldMk cId="1262181901" sldId="265"/>
            <ac:spMk id="3" creationId="{9FEF5868-9EA0-03BD-1079-5B85973F5BD7}"/>
          </ac:spMkLst>
        </pc:spChg>
        <pc:spChg chg="add del">
          <ac:chgData name="Guest User" userId="" providerId="Windows Live" clId="Web-{1B7A96F6-9E99-41B6-F45E-C78040C8729E}" dt="2025-11-07T08:13:41.779" v="9"/>
          <ac:spMkLst>
            <pc:docMk/>
            <pc:sldMk cId="1262181901" sldId="265"/>
            <ac:spMk id="11" creationId="{73B90B8B-F76B-4130-8370-38033EEACB93}"/>
          </ac:spMkLst>
        </pc:spChg>
        <pc:spChg chg="add del">
          <ac:chgData name="Guest User" userId="" providerId="Windows Live" clId="Web-{1B7A96F6-9E99-41B6-F45E-C78040C8729E}" dt="2025-11-07T08:13:41.779" v="9"/>
          <ac:spMkLst>
            <pc:docMk/>
            <pc:sldMk cId="1262181901" sldId="265"/>
            <ac:spMk id="15" creationId="{91C67939-3FD0-4B45-8AA4-9FE55C7EE127}"/>
          </ac:spMkLst>
        </pc:spChg>
        <pc:spChg chg="add del">
          <ac:chgData name="Guest User" userId="" providerId="Windows Live" clId="Web-{1B7A96F6-9E99-41B6-F45E-C78040C8729E}" dt="2025-11-07T08:13:41.779" v="9"/>
          <ac:spMkLst>
            <pc:docMk/>
            <pc:sldMk cId="1262181901" sldId="265"/>
            <ac:spMk id="17" creationId="{0981A96A-A87C-4F87-845A-3B0A6529F543}"/>
          </ac:spMkLst>
        </pc:spChg>
        <pc:spChg chg="add">
          <ac:chgData name="Guest User" userId="" providerId="Windows Live" clId="Web-{1B7A96F6-9E99-41B6-F45E-C78040C8729E}" dt="2025-11-07T08:13:41.795" v="10"/>
          <ac:spMkLst>
            <pc:docMk/>
            <pc:sldMk cId="1262181901" sldId="265"/>
            <ac:spMk id="19" creationId="{E5958DBC-F4DA-42A8-8C52-860179790ECD}"/>
          </ac:spMkLst>
        </pc:spChg>
        <pc:spChg chg="add">
          <ac:chgData name="Guest User" userId="" providerId="Windows Live" clId="Web-{1B7A96F6-9E99-41B6-F45E-C78040C8729E}" dt="2025-11-07T08:13:41.795" v="10"/>
          <ac:spMkLst>
            <pc:docMk/>
            <pc:sldMk cId="1262181901" sldId="265"/>
            <ac:spMk id="21" creationId="{51DDD252-D7C8-4CE5-9C61-D60D722BC217}"/>
          </ac:spMkLst>
        </pc:spChg>
        <pc:spChg chg="add">
          <ac:chgData name="Guest User" userId="" providerId="Windows Live" clId="Web-{1B7A96F6-9E99-41B6-F45E-C78040C8729E}" dt="2025-11-07T08:13:41.795" v="10"/>
          <ac:spMkLst>
            <pc:docMk/>
            <pc:sldMk cId="1262181901" sldId="265"/>
            <ac:spMk id="22" creationId="{2FBD75F5-C49C-4F6A-8D43-7A5939C23307}"/>
          </ac:spMkLst>
        </pc:spChg>
        <pc:picChg chg="mod">
          <ac:chgData name="Guest User" userId="" providerId="Windows Live" clId="Web-{1B7A96F6-9E99-41B6-F45E-C78040C8729E}" dt="2025-11-07T08:14:50.685" v="15"/>
          <ac:picMkLst>
            <pc:docMk/>
            <pc:sldMk cId="1262181901" sldId="265"/>
            <ac:picMk id="4" creationId="{FF2DDCB5-4302-DA4A-0270-EDCDDBD1614E}"/>
          </ac:picMkLst>
        </pc:picChg>
        <pc:picChg chg="add del mod">
          <ac:chgData name="Guest User" userId="" providerId="Windows Live" clId="Web-{1B7A96F6-9E99-41B6-F45E-C78040C8729E}" dt="2025-11-07T08:12:36.765" v="1"/>
          <ac:picMkLst>
            <pc:docMk/>
            <pc:sldMk cId="1262181901" sldId="265"/>
            <ac:picMk id="5" creationId="{7C2DD458-E4C6-5CF7-73D5-BC949DCF370B}"/>
          </ac:picMkLst>
        </pc:picChg>
        <pc:picChg chg="add mod">
          <ac:chgData name="Guest User" userId="" providerId="Windows Live" clId="Web-{1B7A96F6-9E99-41B6-F45E-C78040C8729E}" dt="2025-11-07T08:14:38.982" v="11"/>
          <ac:picMkLst>
            <pc:docMk/>
            <pc:sldMk cId="1262181901" sldId="265"/>
            <ac:picMk id="6" creationId="{573E9893-BD10-AE71-4CEA-5251011C012C}"/>
          </ac:picMkLst>
        </pc:picChg>
        <pc:cxnChg chg="add del">
          <ac:chgData name="Guest User" userId="" providerId="Windows Live" clId="Web-{1B7A96F6-9E99-41B6-F45E-C78040C8729E}" dt="2025-11-07T08:13:41.779" v="9"/>
          <ac:cxnSpMkLst>
            <pc:docMk/>
            <pc:sldMk cId="1262181901" sldId="265"/>
            <ac:cxnSpMk id="13" creationId="{C2D93264-3FF9-4175-A7FA-F927F0F77AA0}"/>
          </ac:cxnSpMkLst>
        </pc:cxnChg>
        <pc:cxnChg chg="add">
          <ac:chgData name="Guest User" userId="" providerId="Windows Live" clId="Web-{1B7A96F6-9E99-41B6-F45E-C78040C8729E}" dt="2025-11-07T08:13:41.795" v="10"/>
          <ac:cxnSpMkLst>
            <pc:docMk/>
            <pc:sldMk cId="1262181901" sldId="265"/>
            <ac:cxnSpMk id="20" creationId="{79FCC9A9-2031-4283-9B27-34B62BB7F305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D9135E-DE23-3C9F-1E22-989B05775E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6E717D-2A41-A971-9889-802E8B3F6CE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1D6071-A3E6-4EE8-81DD-9E70D1696785}" type="datetimeFigureOut">
              <a:rPr lang="en-AU" smtClean="0"/>
              <a:t>7/11/2025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004819-48DB-DD5F-52E1-F0ED6A26FA0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06A243-78AD-91E9-093B-6087CFE128E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C087FD-77AA-4336-80CC-96801DBF26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82857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F62D3-17D2-4829-9240-DA36D7A87CA3}" type="datetimeFigureOut">
              <a:rPr lang="en-AU" smtClean="0"/>
              <a:t>7/11/2025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0620-A430-4BDF-AB58-75CEEEA5803A}" type="slidenum">
              <a:rPr lang="en-AU" smtClean="0"/>
              <a:t>‹#›</a:t>
            </a:fld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7403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F62D3-17D2-4829-9240-DA36D7A87CA3}" type="datetimeFigureOut">
              <a:rPr lang="en-AU" smtClean="0"/>
              <a:t>7/11/2025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0620-A430-4BDF-AB58-75CEEEA5803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0503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F62D3-17D2-4829-9240-DA36D7A87CA3}" type="datetimeFigureOut">
              <a:rPr lang="en-AU" smtClean="0"/>
              <a:t>7/11/2025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0620-A430-4BDF-AB58-75CEEEA5803A}" type="slidenum">
              <a:rPr lang="en-AU" smtClean="0"/>
              <a:t>‹#›</a:t>
            </a:fld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5765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F62D3-17D2-4829-9240-DA36D7A87CA3}" type="datetimeFigureOut">
              <a:rPr lang="en-AU" smtClean="0"/>
              <a:t>7/11/2025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0620-A430-4BDF-AB58-75CEEEA5803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4058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F62D3-17D2-4829-9240-DA36D7A87CA3}" type="datetimeFigureOut">
              <a:rPr lang="en-AU" smtClean="0"/>
              <a:t>7/11/2025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0620-A430-4BDF-AB58-75CEEEA5803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6572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F62D3-17D2-4829-9240-DA36D7A87CA3}" type="datetimeFigureOut">
              <a:rPr lang="en-AU" smtClean="0"/>
              <a:t>7/11/2025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0620-A430-4BDF-AB58-75CEEEA5803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2710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F62D3-17D2-4829-9240-DA36D7A87CA3}" type="datetimeFigureOut">
              <a:rPr lang="en-AU" smtClean="0"/>
              <a:t>7/11/2025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0620-A430-4BDF-AB58-75CEEEA5803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370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6AF62D3-17D2-4829-9240-DA36D7A87CA3}" type="datetimeFigureOut">
              <a:rPr lang="en-AU" smtClean="0"/>
              <a:t>7/11/2025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6430620-A430-4BDF-AB58-75CEEEA5803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9960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F62D3-17D2-4829-9240-DA36D7A87CA3}" type="datetimeFigureOut">
              <a:rPr lang="en-AU" smtClean="0"/>
              <a:t>7/11/2025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0620-A430-4BDF-AB58-75CEEEA5803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8262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F62D3-17D2-4829-9240-DA36D7A87CA3}" type="datetimeFigureOut">
              <a:rPr lang="en-AU" smtClean="0"/>
              <a:t>7/11/2025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0620-A430-4BDF-AB58-75CEEEA5803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1011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F62D3-17D2-4829-9240-DA36D7A87CA3}" type="datetimeFigureOut">
              <a:rPr lang="en-AU" smtClean="0"/>
              <a:t>7/11/2025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0620-A430-4BDF-AB58-75CEEEA5803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3562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6AF62D3-17D2-4829-9240-DA36D7A87CA3}" type="datetimeFigureOut">
              <a:rPr lang="en-AU" smtClean="0"/>
              <a:t>7/11/2025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6430620-A430-4BDF-AB58-75CEEEA5803A}" type="slidenum">
              <a:rPr lang="en-AU" smtClean="0"/>
              <a:t>‹#›</a:t>
            </a:fld>
            <a:endParaRPr lang="en-A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4191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uricata.io" TargetMode="External"/><Relationship Id="rId5" Type="http://schemas.openxmlformats.org/officeDocument/2006/relationships/hyperlink" Target="https://www.snort.org" TargetMode="External"/><Relationship Id="rId4" Type="http://schemas.openxmlformats.org/officeDocument/2006/relationships/hyperlink" Target="http://Www.snort.org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EBBCC-9FA2-8233-DF7A-241925C709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DDoS </a:t>
            </a:r>
            <a:br>
              <a:rPr lang="en-US"/>
            </a:br>
            <a:r>
              <a:rPr lang="en-US"/>
              <a:t>Attack Analysis &amp; </a:t>
            </a:r>
            <a:br>
              <a:rPr lang="en-US"/>
            </a:br>
            <a:r>
              <a:rPr lang="en-US"/>
              <a:t>Response Playbook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7FA3B0-C22B-DCE8-4874-6AFF31EFF7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/>
              <a:t>KIT325 – Group 13</a:t>
            </a:r>
          </a:p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5844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322E6-3936-C714-891B-BF6CA4154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/>
              <a:t>Introduction</a:t>
            </a:r>
            <a:endParaRPr lang="en-AU" b="1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BAF73-6750-EB4F-5A05-1F25098566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/>
              <a:t> DDoS attacks can overwhelm services, exhaust resources and block legitimate users.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/>
              <a:t> Highly disruptive: impact ranges from short outages to prolonged service degradation.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/>
              <a:t> Our hands-on simulations bridge theory and practice through safe repeatable experiments in an isolated virtual lab.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/>
              <a:t> Builds skills and knowledge in traffic analysis, detection techniques and incident response.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/>
              <a:t> Delivers reusable artefacts (PCAP libraries, playbook, threat landscape report) for future education and operations.</a:t>
            </a:r>
          </a:p>
        </p:txBody>
      </p:sp>
    </p:spTree>
    <p:extLst>
      <p:ext uri="{BB962C8B-B14F-4D97-AF65-F5344CB8AC3E}">
        <p14:creationId xmlns:p14="http://schemas.microsoft.com/office/powerpoint/2010/main" val="1252616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5F714-3E6D-C98E-A596-7471AD604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/>
              <a:t>Goals and Scope</a:t>
            </a:r>
            <a:endParaRPr lang="en-AU" b="1">
              <a:ea typeface="Calibri Light"/>
              <a:cs typeface="Calibri Light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AD261F-7897-20D4-510D-24326C50E1C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AU" sz="2200" b="1"/>
              <a:t>Primary Goals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/>
              <a:t> Design, implement and evaluate DDoS simulations in a virtualised environment.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/>
              <a:t> Develop a comprehensive DDoS response playbook (detection, containment, mitigation, recovery).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/>
              <a:t> Produce supporting artefacts.</a:t>
            </a:r>
          </a:p>
          <a:p>
            <a:pPr marL="0" indent="0">
              <a:buNone/>
            </a:pPr>
            <a:r>
              <a:rPr lang="en-AU" sz="2200" b="1"/>
              <a:t>In Scope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/>
              <a:t> Examination of key DDoS types: volumetric, protocol-based, application layer.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/>
              <a:t> Isolated lab with 3 VMs: Attacker, Target, Observer.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B1B9E8-AC92-EFE5-7796-B64852663ED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AU"/>
              <a:t> Analysis to identify attack-specific traffic anomalies and inform the response playbook.</a:t>
            </a:r>
          </a:p>
          <a:p>
            <a:pPr marL="0" indent="0">
              <a:buNone/>
            </a:pPr>
            <a:r>
              <a:rPr lang="en-AU" sz="2200" b="1"/>
              <a:t>Out of Scope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/>
              <a:t> High volume / production scale attacks against live systems.</a:t>
            </a:r>
          </a:p>
          <a:p>
            <a:pPr marL="0" indent="0">
              <a:buNone/>
            </a:pPr>
            <a:r>
              <a:rPr lang="en-AU" sz="2200" b="1"/>
              <a:t>Success Criteria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/>
              <a:t> Validated lab simulations and reproducible PCAPS.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/>
              <a:t> A clear, practical response playbook with stepwise actions.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/>
              <a:t> Complete technical documentation and deliverables submitted by the deadlines.</a:t>
            </a:r>
          </a:p>
        </p:txBody>
      </p:sp>
    </p:spTree>
    <p:extLst>
      <p:ext uri="{BB962C8B-B14F-4D97-AF65-F5344CB8AC3E}">
        <p14:creationId xmlns:p14="http://schemas.microsoft.com/office/powerpoint/2010/main" val="1028554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2BA97-73CF-499F-9927-E02654F7F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/>
              <a:t>Lab Environment Setup</a:t>
            </a:r>
            <a:endParaRPr lang="en-AU" b="1">
              <a:ea typeface="Calibri Light"/>
              <a:cs typeface="Calibri Light"/>
            </a:endParaRPr>
          </a:p>
        </p:txBody>
      </p:sp>
      <p:pic>
        <p:nvPicPr>
          <p:cNvPr id="6" name="drawing">
            <a:extLst>
              <a:ext uri="{FF2B5EF4-FFF2-40B4-BE49-F238E27FC236}">
                <a16:creationId xmlns:a16="http://schemas.microsoft.com/office/drawing/2014/main" id="{394EEC04-EE81-A572-75A3-5F738CE2F05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4354" y="2220230"/>
            <a:ext cx="5656537" cy="3274791"/>
          </a:xfrm>
          <a:prstGeom prst="rect">
            <a:avLst/>
          </a:prstGeom>
        </p:spPr>
      </p:pic>
      <p:pic>
        <p:nvPicPr>
          <p:cNvPr id="7" name="drawing">
            <a:extLst>
              <a:ext uri="{FF2B5EF4-FFF2-40B4-BE49-F238E27FC236}">
                <a16:creationId xmlns:a16="http://schemas.microsoft.com/office/drawing/2014/main" id="{03FF1035-F42C-0C2C-CF2D-56560FE8649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0934" y="1938348"/>
            <a:ext cx="5423037" cy="3562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954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1775D-D6C6-B5E4-97D1-BA7E6D4DD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/>
              <a:t>Tools Used</a:t>
            </a:r>
            <a:endParaRPr lang="en-AU" b="1">
              <a:ea typeface="Calibri Light"/>
              <a:cs typeface="Calibri Light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73F26B3-669A-36E7-C164-B2669D2E7C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491890"/>
              </p:ext>
            </p:extLst>
          </p:nvPr>
        </p:nvGraphicFramePr>
        <p:xfrm>
          <a:off x="1066800" y="2098777"/>
          <a:ext cx="100584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1952387083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1525692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/>
                        <a:t>Area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Tools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672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/>
                        <a:t>Attack Simulation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Hping3, </a:t>
                      </a:r>
                      <a:r>
                        <a:rPr lang="en-AU" err="1"/>
                        <a:t>slowhttptest</a:t>
                      </a:r>
                      <a:r>
                        <a:rPr lang="en-AU"/>
                        <a:t>, LOIC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75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/>
                        <a:t>Traffic Capture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Wireshark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6713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/>
                        <a:t>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Wireshark Filters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138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/>
                        <a:t>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Word, </a:t>
                      </a:r>
                      <a:r>
                        <a:rPr lang="en-AU" err="1"/>
                        <a:t>Powerpoint</a:t>
                      </a:r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9997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3655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83AC0-6405-4CCE-0EA9-DE070123C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/>
              <a:t>Attack Types Simulated</a:t>
            </a:r>
            <a:endParaRPr lang="en-AU" b="1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4C950-4EFF-75DB-EBA2-CA10FD105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/>
              <a:t> SYN Flood (TCP Based)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/>
              <a:t> UDP Flood (Protocol Based)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/>
              <a:t> HTTP </a:t>
            </a:r>
            <a:r>
              <a:rPr lang="en-AU" err="1"/>
              <a:t>Slowloris</a:t>
            </a:r>
            <a:r>
              <a:rPr lang="en-AU"/>
              <a:t> (Application Layer)</a:t>
            </a:r>
          </a:p>
        </p:txBody>
      </p:sp>
    </p:spTree>
    <p:extLst>
      <p:ext uri="{BB962C8B-B14F-4D97-AF65-F5344CB8AC3E}">
        <p14:creationId xmlns:p14="http://schemas.microsoft.com/office/powerpoint/2010/main" val="3041978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D5C82-2306-4FEC-BAD2-8F1B96125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b="1"/>
              <a:t>SYN</a:t>
            </a:r>
            <a:r>
              <a:rPr lang="en-AU" b="1">
                <a:ea typeface="+mj-lt"/>
                <a:cs typeface="+mj-lt"/>
              </a:rPr>
              <a:t> Flood Artefacts</a:t>
            </a:r>
            <a:endParaRPr lang="en-US" b="1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C0AF8-9A87-90C8-C7FA-D9EA5940883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b="1"/>
              <a:t>Observations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/>
              <a:t> Large volume of SYN packets with no or few ACK packets</a:t>
            </a:r>
          </a:p>
          <a:p>
            <a:pPr>
              <a:buFont typeface="Arial" panose="020B0604020202020204" pitchFamily="34" charset="0"/>
              <a:buChar char="•"/>
            </a:pPr>
            <a:endParaRPr lang="en-AU"/>
          </a:p>
          <a:p>
            <a:pPr marL="0" indent="0">
              <a:buNone/>
            </a:pPr>
            <a:r>
              <a:rPr lang="en-AU" b="1"/>
              <a:t>Impact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/>
              <a:t> Server becomes unresponsive</a:t>
            </a:r>
          </a:p>
          <a:p>
            <a:pPr>
              <a:buFont typeface="Arial" panose="020B0604020202020204" pitchFamily="34" charset="0"/>
              <a:buChar char="•"/>
            </a:pPr>
            <a:endParaRPr lang="en-AU"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F127057-11AF-EDC5-1E49-BCE7071BAD4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238" y="2038220"/>
            <a:ext cx="4937125" cy="3638811"/>
          </a:xfrm>
        </p:spPr>
      </p:pic>
    </p:spTree>
    <p:extLst>
      <p:ext uri="{BB962C8B-B14F-4D97-AF65-F5344CB8AC3E}">
        <p14:creationId xmlns:p14="http://schemas.microsoft.com/office/powerpoint/2010/main" val="3733463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5F97F-6C8D-E5B6-8073-AEE059345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err="1"/>
              <a:t>Slowloris</a:t>
            </a:r>
            <a:r>
              <a:rPr lang="en-AU" b="1"/>
              <a:t> Artefacts</a:t>
            </a:r>
            <a:endParaRPr lang="en-AU" b="1">
              <a:ea typeface="Calibri Light"/>
              <a:cs typeface="Calibri Light"/>
            </a:endParaRP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9CE6448-338C-16AE-B7B3-DE2A92244F2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2254916"/>
            <a:ext cx="6644957" cy="3204998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4901A5-86F8-CFFD-EA8A-129FDE27AF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93626" y="1845735"/>
            <a:ext cx="3162053" cy="4023360"/>
          </a:xfrm>
        </p:spPr>
        <p:txBody>
          <a:bodyPr/>
          <a:lstStyle/>
          <a:p>
            <a:pPr marL="0" indent="0">
              <a:buNone/>
            </a:pPr>
            <a:r>
              <a:rPr lang="en-AU" b="1"/>
              <a:t>Observations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/>
              <a:t> Incomplete HTTP headers</a:t>
            </a:r>
          </a:p>
          <a:p>
            <a:pPr>
              <a:buFont typeface="Arial" panose="020B0604020202020204" pitchFamily="34" charset="0"/>
              <a:buChar char="•"/>
            </a:pPr>
            <a:endParaRPr lang="en-AU"/>
          </a:p>
          <a:p>
            <a:pPr marL="0" indent="0">
              <a:buNone/>
            </a:pPr>
            <a:r>
              <a:rPr lang="en-AU" b="1"/>
              <a:t>Impact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/>
              <a:t> Web server slows or down entirely</a:t>
            </a:r>
          </a:p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049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059FC-26F1-297D-E2D0-4C93806A9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/>
              <a:t>UDP Flood Artefacts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F46AB-85C7-0CF4-B3DD-66A93A4312A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b="1"/>
              <a:t>Observations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/>
              <a:t> Random UDP packets to ports</a:t>
            </a:r>
          </a:p>
          <a:p>
            <a:pPr>
              <a:buFont typeface="Arial" panose="020B0604020202020204" pitchFamily="34" charset="0"/>
              <a:buChar char="•"/>
            </a:pPr>
            <a:endParaRPr lang="en-AU"/>
          </a:p>
          <a:p>
            <a:pPr marL="0" indent="0">
              <a:buNone/>
            </a:pPr>
            <a:r>
              <a:rPr lang="en-AU" b="1"/>
              <a:t>Impact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/>
              <a:t> Bandwidth saturation, legitimate traffic is dropped or severely delayed</a:t>
            </a:r>
          </a:p>
          <a:p>
            <a:pPr>
              <a:buFont typeface="Arial" panose="020B0604020202020204" pitchFamily="34" charset="0"/>
              <a:buChar char="•"/>
            </a:pPr>
            <a:endParaRPr lang="en-AU"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054C2F1-964A-BC20-A395-6BF2085B09B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7215" y="1846263"/>
            <a:ext cx="4659170" cy="4022725"/>
          </a:xfrm>
        </p:spPr>
      </p:pic>
    </p:spTree>
    <p:extLst>
      <p:ext uri="{BB962C8B-B14F-4D97-AF65-F5344CB8AC3E}">
        <p14:creationId xmlns:p14="http://schemas.microsoft.com/office/powerpoint/2010/main" val="717714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A5C90-8E4E-230F-813F-303FB1914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0BE64-0E99-7219-C04E-47349698E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/>
              <a:t> Setting up required VMs with limited hardware capability.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/>
              <a:t> Running attacks safely without overloading the host machine.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/>
              <a:t> Choosing appropriate tools for simulations and understanding how they and their commands work.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/>
              <a:t> Applying correct filters for traffic to isolate attack packets.</a:t>
            </a:r>
          </a:p>
          <a:p>
            <a:pPr>
              <a:buFont typeface="Arial" panose="020B0604020202020204" pitchFamily="34" charset="0"/>
              <a:buChar char="•"/>
            </a:pPr>
            <a:endParaRPr lang="en-AU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653913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5958DBC-F4DA-42A8-8C52-860179790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1214B7-0574-5515-183D-73E76F3B4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4679" y="634946"/>
            <a:ext cx="6405063" cy="1450757"/>
          </a:xfrm>
        </p:spPr>
        <p:txBody>
          <a:bodyPr>
            <a:normAutofit/>
          </a:bodyPr>
          <a:lstStyle/>
          <a:p>
            <a:r>
              <a:rPr lang="en-AU" b="1"/>
              <a:t>Future Improvements</a:t>
            </a:r>
          </a:p>
        </p:txBody>
      </p:sp>
      <p:pic>
        <p:nvPicPr>
          <p:cNvPr id="4" name="Picture 3" descr="CyberHub">
            <a:extLst>
              <a:ext uri="{FF2B5EF4-FFF2-40B4-BE49-F238E27FC236}">
                <a16:creationId xmlns:a16="http://schemas.microsoft.com/office/drawing/2014/main" id="{FF2DDCB5-4302-DA4A-0270-EDCDDBD16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364" y="581098"/>
            <a:ext cx="3709567" cy="2476136"/>
          </a:xfrm>
          <a:prstGeom prst="rect">
            <a:avLst/>
          </a:prstGeom>
          <a:effectLst/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9FCC9A9-2031-4283-9B27-34B62BB7F3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81247" y="2086188"/>
            <a:ext cx="5852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Suricata - Logo">
            <a:extLst>
              <a:ext uri="{FF2B5EF4-FFF2-40B4-BE49-F238E27FC236}">
                <a16:creationId xmlns:a16="http://schemas.microsoft.com/office/drawing/2014/main" id="{573E9893-BD10-AE71-4CEA-5251011C0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335" y="3218101"/>
            <a:ext cx="3403623" cy="2476136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F5868-9EA0-03BD-1079-5B85973F5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4679" y="2198914"/>
            <a:ext cx="6405063" cy="3670180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AU"/>
              <a:t> Snort/Suricata rules implementation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/>
              <a:t> Automation tools</a:t>
            </a:r>
            <a:endParaRPr lang="en-AU">
              <a:ea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/>
              <a:t> High-Volume simulations using cloud</a:t>
            </a:r>
            <a:endParaRPr lang="en-AU">
              <a:ea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AU">
              <a:ea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AU">
              <a:ea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AU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AU" sz="1200">
                <a:ea typeface="Calibri"/>
                <a:cs typeface="Calibri"/>
              </a:rPr>
              <a:t>Image References:</a:t>
            </a:r>
            <a:br>
              <a:rPr lang="en-AU" sz="1200">
                <a:ea typeface="Calibri"/>
                <a:cs typeface="Calibri"/>
              </a:rPr>
            </a:br>
            <a:r>
              <a:rPr lang="en-AU" sz="1200">
                <a:latin typeface="Times New Roman"/>
                <a:ea typeface="Calibri"/>
                <a:cs typeface="Times New Roman"/>
              </a:rPr>
              <a:t>Snort. (n.d.). </a:t>
            </a:r>
            <a:r>
              <a:rPr lang="en-AU" sz="1200" i="1">
                <a:latin typeface="Times New Roman"/>
                <a:ea typeface="Calibri"/>
                <a:cs typeface="Times New Roman"/>
              </a:rPr>
              <a:t>Snort - Network Intrusion Detection &amp; Prevention System</a:t>
            </a:r>
            <a:r>
              <a:rPr lang="en-AU" sz="1200">
                <a:latin typeface="Times New Roman"/>
                <a:ea typeface="Calibri"/>
                <a:cs typeface="Times New Roman"/>
              </a:rPr>
              <a:t>. </a:t>
            </a:r>
            <a:r>
              <a:rPr lang="en-AU" sz="1200">
                <a:latin typeface="Times New Roman"/>
                <a:ea typeface="Calibri"/>
                <a:cs typeface="Times New Roman"/>
                <a:hlinkClick r:id="rId4"/>
              </a:rPr>
              <a:t>Www.snort.org</a:t>
            </a:r>
            <a:r>
              <a:rPr lang="en-AU" sz="1200">
                <a:latin typeface="Times New Roman"/>
                <a:ea typeface="Calibri"/>
                <a:cs typeface="Times New Roman"/>
              </a:rPr>
              <a:t>. </a:t>
            </a:r>
            <a:r>
              <a:rPr lang="en-AU" sz="1200">
                <a:latin typeface="Times New Roman"/>
                <a:ea typeface="Calibri"/>
                <a:cs typeface="Times New Roman"/>
                <a:hlinkClick r:id="rId5"/>
              </a:rPr>
              <a:t>https://www.snort.org</a:t>
            </a:r>
            <a:endParaRPr lang="en-AU" sz="1200">
              <a:ea typeface="Calibri"/>
              <a:cs typeface="Calibri"/>
            </a:endParaRPr>
          </a:p>
          <a:p>
            <a:pPr>
              <a:buNone/>
            </a:pPr>
            <a:r>
              <a:rPr lang="en-AU" sz="1200">
                <a:latin typeface="Times New Roman"/>
                <a:ea typeface="Calibri"/>
                <a:cs typeface="Times New Roman"/>
              </a:rPr>
              <a:t>Suricata. (n.d.). </a:t>
            </a:r>
            <a:r>
              <a:rPr lang="en-AU" sz="1200" i="1">
                <a:latin typeface="Times New Roman"/>
                <a:ea typeface="Calibri"/>
                <a:cs typeface="Times New Roman"/>
              </a:rPr>
              <a:t>Observe. Protect. Adapt.</a:t>
            </a:r>
            <a:r>
              <a:rPr lang="en-AU" sz="1200">
                <a:latin typeface="Times New Roman"/>
                <a:ea typeface="Calibri"/>
                <a:cs typeface="Times New Roman"/>
              </a:rPr>
              <a:t> Suricata. </a:t>
            </a:r>
            <a:r>
              <a:rPr lang="en-AU" sz="1200">
                <a:latin typeface="Times New Roman"/>
                <a:ea typeface="Calibri"/>
                <a:cs typeface="Times New Roman"/>
                <a:hlinkClick r:id="rId6"/>
              </a:rPr>
              <a:t>https://suricata.io</a:t>
            </a:r>
            <a:endParaRPr lang="en-AU"/>
          </a:p>
          <a:p>
            <a:pPr marL="0" indent="0">
              <a:buNone/>
            </a:pPr>
            <a:endParaRPr lang="en-AU">
              <a:ea typeface="Calibri"/>
              <a:cs typeface="Calibri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1DDD252-D7C8-4CE5-9C61-D60D722BC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FBD75F5-C49C-4F6A-8D43-7A5939C233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62181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C6C3B-A685-9644-13FF-F2246BB1A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/>
              <a:t>DDoS Response Playbook </a:t>
            </a:r>
            <a:br>
              <a:rPr lang="en-AU" b="1"/>
            </a:br>
            <a:r>
              <a:rPr lang="en-AU" b="1"/>
              <a:t>Summary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1397FD-C8B8-0638-662A-D2321A6C54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10058028" cy="4023360"/>
          </a:xfrm>
        </p:spPr>
        <p:txBody>
          <a:bodyPr vert="horz" lIns="0" tIns="45720" rIns="0" bIns="45720" rtlCol="0" anchor="t">
            <a:normAutofit/>
          </a:bodyPr>
          <a:lstStyle/>
          <a:p>
            <a:pPr marL="0" indent="0">
              <a:buNone/>
            </a:pPr>
            <a:r>
              <a:rPr lang="en-AU">
                <a:ea typeface="Calibri"/>
                <a:cs typeface="Calibri"/>
              </a:rPr>
              <a:t>Measures written in the Playbook: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AU" b="1">
                <a:ea typeface="Calibri"/>
                <a:cs typeface="Calibri"/>
              </a:rPr>
              <a:t>For Detection:</a:t>
            </a:r>
            <a:r>
              <a:rPr lang="en-AU">
                <a:ea typeface="Calibri"/>
                <a:cs typeface="Calibri"/>
              </a:rPr>
              <a:t> Traffic indicators, analysis of logs and tools used for monitoring.</a:t>
            </a:r>
          </a:p>
          <a:p>
            <a:pPr marL="200660" lvl="1" indent="0">
              <a:buNone/>
            </a:pPr>
            <a:endParaRPr lang="en-AU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AU" b="1">
                <a:ea typeface="Calibri"/>
                <a:cs typeface="Calibri"/>
              </a:rPr>
              <a:t>For Containment</a:t>
            </a:r>
            <a:r>
              <a:rPr lang="en-AU">
                <a:ea typeface="Calibri"/>
                <a:cs typeface="Calibri"/>
              </a:rPr>
              <a:t>: Network Isolation, rate limiting and IP blocking.</a:t>
            </a:r>
          </a:p>
          <a:p>
            <a:pPr marL="200660" lvl="1" indent="0">
              <a:buNone/>
            </a:pPr>
            <a:endParaRPr lang="en-AU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AU" b="1">
                <a:ea typeface="Calibri"/>
                <a:cs typeface="Calibri"/>
              </a:rPr>
              <a:t>For Response Team:</a:t>
            </a:r>
            <a:r>
              <a:rPr lang="en-AU">
                <a:ea typeface="Calibri"/>
                <a:cs typeface="Calibri"/>
              </a:rPr>
              <a:t> Having clear roles and responsibilities during the incident.</a:t>
            </a:r>
          </a:p>
          <a:p>
            <a:pPr marL="200660" lvl="1" indent="0">
              <a:buNone/>
            </a:pPr>
            <a:endParaRPr lang="en-AU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AU" b="1">
                <a:ea typeface="Calibri"/>
                <a:cs typeface="Calibri"/>
              </a:rPr>
              <a:t>For Recovery</a:t>
            </a:r>
            <a:r>
              <a:rPr lang="en-AU">
                <a:ea typeface="Calibri"/>
                <a:cs typeface="Calibri"/>
              </a:rPr>
              <a:t>: Restoring network connection, documenting and preserving evidence of the attack.</a:t>
            </a:r>
          </a:p>
          <a:p>
            <a:pPr marL="200660" lvl="1" indent="0">
              <a:buNone/>
            </a:pPr>
            <a:endParaRPr lang="en-AU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AU" b="1">
                <a:ea typeface="Calibri"/>
                <a:cs typeface="Calibri"/>
              </a:rPr>
              <a:t>For Post-incident:</a:t>
            </a:r>
            <a:r>
              <a:rPr lang="en-AU">
                <a:ea typeface="Calibri"/>
                <a:cs typeface="Calibri"/>
              </a:rPr>
              <a:t> Security patching, validation, and documenting lessons learned during the incident.</a:t>
            </a:r>
          </a:p>
        </p:txBody>
      </p:sp>
    </p:spTree>
    <p:extLst>
      <p:ext uri="{BB962C8B-B14F-4D97-AF65-F5344CB8AC3E}">
        <p14:creationId xmlns:p14="http://schemas.microsoft.com/office/powerpoint/2010/main" val="2056925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9B726-52BA-EDBD-FFE9-8A3F488E0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/>
              <a:t>Reflection &amp; Project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ADD15-CA13-23C1-6027-095F022BD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AU"/>
              <a:t> Hands on understanding of DDoS mechanisms.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AU"/>
              <a:t> Improved knowledge of network traffic analysis.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AU"/>
              <a:t> Applicable skills in incident response planning.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AU"/>
              <a:t> Importance of documentation and teamwork.</a:t>
            </a:r>
          </a:p>
        </p:txBody>
      </p:sp>
    </p:spTree>
    <p:extLst>
      <p:ext uri="{BB962C8B-B14F-4D97-AF65-F5344CB8AC3E}">
        <p14:creationId xmlns:p14="http://schemas.microsoft.com/office/powerpoint/2010/main" val="359105715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Retrospect</vt:lpstr>
      <vt:lpstr>DDoS  Attack Analysis &amp;  Response Playbook</vt:lpstr>
      <vt:lpstr>Introduction</vt:lpstr>
      <vt:lpstr>Goals and Scope</vt:lpstr>
      <vt:lpstr>Lab Environment Setup</vt:lpstr>
      <vt:lpstr>Tools Used</vt:lpstr>
      <vt:lpstr>Attack Types Simulated</vt:lpstr>
      <vt:lpstr>SYN Flood Artefacts</vt:lpstr>
      <vt:lpstr>Slowloris Artefacts</vt:lpstr>
      <vt:lpstr>UDP Flood Artefacts</vt:lpstr>
      <vt:lpstr>Challenges</vt:lpstr>
      <vt:lpstr>Future Improvements</vt:lpstr>
      <vt:lpstr>DDoS Response Playbook  Summary</vt:lpstr>
      <vt:lpstr>Reflection &amp; Project Outcomes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Riley McMahon</dc:creator>
  <cp:revision>1</cp:revision>
  <dcterms:created xsi:type="dcterms:W3CDTF">2025-11-03T06:08:02Z</dcterms:created>
  <dcterms:modified xsi:type="dcterms:W3CDTF">2025-11-07T10:00:54Z</dcterms:modified>
</cp:coreProperties>
</file>